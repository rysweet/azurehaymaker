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Issue #170: Graph SDK Bug Fix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E2E Knowledge Worker Deployment</a:t>
            </a:r>
          </a:p>
          <a:p>
            <a:r>
              <a:t>December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Blocking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Error: 'dict' object has no attribute 'headers'</a:t>
            </a:r>
          </a:p>
          <a:p>
            <a:pPr>
              <a:defRPr sz="1800"/>
            </a:pPr>
            <a:r>
              <a:t>Location: permission_granter.py line 72</a:t>
            </a:r>
          </a:p>
          <a:p>
            <a:pPr>
              <a:defRPr sz="1800"/>
            </a:pPr>
            <a:r>
              <a:t>Impact: Prevented Knowledge Worker deployment</a:t>
            </a:r>
          </a:p>
          <a:p>
            <a:pPr>
              <a:defRPr sz="1800"/>
            </a:pPr>
            <a:r>
              <a:t>Root Cause: Passing dict instead of RequestConfiguration object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 proper RequestConfiguration from kiota_abstractions</a:t>
            </a:r>
          </a:p>
          <a:p>
            <a:pPr>
              <a:defRPr sz="1800"/>
            </a:pPr>
            <a:r>
              <a:t>Match pattern from sp_manager.py:639-648</a:t>
            </a:r>
          </a:p>
          <a:p>
            <a:pPr>
              <a:defRPr sz="1800"/>
            </a:pPr>
            <a:r>
              <a:t>Add OData injection prevention (_sanitize_odata_value)</a:t>
            </a:r>
          </a:p>
          <a:p>
            <a:pPr>
              <a:defRPr sz="1800"/>
            </a:pPr>
            <a:r>
              <a:t>Update all tests to work with new pattern</a:t>
            </a:r>
          </a:p>
          <a:p>
            <a:pPr>
              <a:defRPr sz="1800"/>
            </a:pPr>
            <a:r>
              <a:t>PR #171: https://github.com/rysweet/AzureHayMaker/pull/171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Fix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BEFORE (Broken):</a:t>
            </a:r>
          </a:p>
          <a:p>
            <a:pPr>
              <a:defRPr sz="1400">
                <a:latin typeface="Courier New"/>
              </a:defRPr>
            </a:pPr>
            <a:r>
              <a:t>request_configuration={"query_parameters": {"filter": "..."}}</a:t>
            </a:r>
          </a:p>
          <a:p/>
          <a:p>
            <a:pPr>
              <a:defRPr b="1" sz="1600"/>
            </a:pPr>
            <a:r>
              <a:t>AFTER (Fixed):</a:t>
            </a:r>
          </a:p>
          <a:p>
            <a:pPr>
              <a:defRPr sz="1400">
                <a:latin typeface="Courier New"/>
              </a:defRPr>
            </a:pPr>
            <a:r>
              <a:t>request_config = RequestConfiguration()</a:t>
            </a:r>
          </a:p>
          <a:p>
            <a:pPr>
              <a:defRPr sz="1400">
                <a:latin typeface="Courier New"/>
              </a:defRPr>
            </a:pPr>
            <a:r>
              <a:t>request_config.query_parameters = query_params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Permissions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Directory.Read.All - Read service principals</a:t>
            </a:r>
          </a:p>
          <a:p>
            <a:pPr>
              <a:defRPr sz="1800"/>
            </a:pPr>
            <a:r>
              <a:t>User.ReadWrite.All - Create users</a:t>
            </a:r>
          </a:p>
          <a:p>
            <a:pPr>
              <a:defRPr sz="1800"/>
            </a:pPr>
            <a:r>
              <a:t>AppRoleAssignment.ReadWrite.All - Grant permissions</a:t>
            </a:r>
          </a:p>
          <a:p>
            <a:pPr>
              <a:defRPr sz="1800"/>
            </a:pPr>
            <a:r>
              <a:t>Mail.ReadWrite - Email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Grant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Using Azure CLI with admin rights:</a:t>
            </a:r>
          </a:p>
          <a:p/>
          <a:p>
            <a:pPr>
              <a:defRPr sz="1200">
                <a:latin typeface="Courier New"/>
              </a:defRPr>
            </a:pPr>
            <a:r>
              <a:t>az rest --method POST \</a:t>
            </a:r>
            <a:br/>
            <a:r>
              <a:t>  --uri "https://graph.microsoft.com/v1.0/\</a:t>
            </a:r>
            <a:br/>
            <a:r>
              <a:t>    servicePrincipals/{GRAPH_SP}/appRoleAssignedTo" \</a:t>
            </a:r>
            <a:br/>
            <a:r>
              <a:t>  --body '{</a:t>
            </a:r>
            <a:br/>
            <a:r>
              <a:t>    "principalId": "{YOUR_SP}",</a:t>
            </a:r>
            <a:br/>
            <a:r>
              <a:t>    "resourceId": "{GRAPH_SP}",</a:t>
            </a:r>
            <a:br/>
            <a:r>
              <a:t>    "appRoleId": "7ab1d382-f21e-4acd-a863-ba3e13f7da61"</a:t>
            </a:r>
            <a:br/>
            <a:r>
              <a:t>  }'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All 5 workers created successfully</a:t>
            </a:r>
          </a:p>
          <a:p>
            <a:pPr>
              <a:defRPr sz="1800"/>
            </a:pPr>
            <a:r>
              <a:t>✅ No Graph SDK errors</a:t>
            </a:r>
          </a:p>
          <a:p>
            <a:pPr>
              <a:defRPr sz="1800"/>
            </a:pPr>
            <a:r>
              <a:t>✅ No permission errors</a:t>
            </a:r>
          </a:p>
          <a:p>
            <a:pPr>
              <a:defRPr sz="1800"/>
            </a:pPr>
            <a:r>
              <a:t>⚠️ E5 licenses exhausted (25/25 used)</a:t>
            </a:r>
          </a:p>
          <a:p>
            <a:pPr>
              <a:defRPr sz="1800"/>
            </a:pPr>
            <a:r>
              <a:t>⚠️ Mailbox provisioning takes 15+ minutes</a:t>
            </a:r>
          </a:p>
          <a:p>
            <a:pPr>
              <a:defRPr sz="1800"/>
            </a:pPr>
            <a:r>
              <a:t>⚠️ Anthropic API 500 errors (service issue)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&amp; CI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41 tests passing (permission_granter + knowledge_worker)</a:t>
            </a:r>
          </a:p>
          <a:p>
            <a:pPr>
              <a:defRPr sz="1800"/>
            </a:pPr>
            <a:r>
              <a:t>All CI checks green ✅</a:t>
            </a:r>
          </a:p>
          <a:p>
            <a:pPr>
              <a:defRPr sz="1800"/>
            </a:pPr>
            <a:r>
              <a:t>0 linting errors</a:t>
            </a:r>
          </a:p>
          <a:p>
            <a:pPr>
              <a:defRPr sz="1800"/>
            </a:pPr>
            <a:r>
              <a:t>Fixed async test markers (@pytest.mark.anyio)</a:t>
            </a:r>
          </a:p>
          <a:p>
            <a:pPr>
              <a:defRPr sz="1800"/>
            </a:pPr>
            <a:r>
              <a:t>Fixed import sorting and whitespace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Microsoft Graph SDK requires proper RequestConfiguration objects</a:t>
            </a:r>
          </a:p>
          <a:p>
            <a:pPr>
              <a:defRPr sz="1800"/>
            </a:pPr>
            <a:r>
              <a:t>Inline imports needed ruff import sorting fixes</a:t>
            </a:r>
          </a:p>
          <a:p>
            <a:pPr>
              <a:defRPr sz="1800"/>
            </a:pPr>
            <a:r>
              <a:t>pytest-anyio needs anyio_backend fixture for asyncio-only</a:t>
            </a:r>
          </a:p>
          <a:p>
            <a:pPr>
              <a:defRPr sz="1800"/>
            </a:pPr>
            <a:r>
              <a:t>Permission grants via az rest API work reliably</a:t>
            </a:r>
          </a:p>
          <a:p>
            <a:pPr>
              <a:defRPr sz="1800"/>
            </a:pPr>
            <a:r>
              <a:t>Exchange Online mailbox provisioning is slow (15+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 #171: 4 commits, 9 files changed</a:t>
            </a:r>
          </a:p>
          <a:p>
            <a:pPr>
              <a:defRPr sz="1800"/>
            </a:pPr>
            <a:r>
              <a:t>Security: OData injection prevention added</a:t>
            </a:r>
          </a:p>
          <a:p>
            <a:pPr>
              <a:defRPr sz="1800"/>
            </a:pPr>
            <a:r>
              <a:t>Coverage: 89% on permission_granter.py</a:t>
            </a:r>
          </a:p>
          <a:p>
            <a:pPr>
              <a:defRPr sz="1800"/>
            </a:pPr>
            <a:r>
              <a:t>Duration: Issue opened to resolution in &lt; 24 hours</a:t>
            </a:r>
          </a:p>
          <a:p>
            <a:pPr>
              <a:defRPr sz="1800"/>
            </a:pPr>
            <a:r>
              <a:t>Deployment: 5/5 workers created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