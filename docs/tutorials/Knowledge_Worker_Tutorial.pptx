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Knowledge Worker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Tutorial with Validated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Azure AD app with permissions:</a:t>
            </a:r>
          </a:p>
          <a:p>
            <a:pPr>
              <a:defRPr sz="1600"/>
            </a:pPr>
            <a:r>
              <a:t>  • Directory.Read.All</a:t>
            </a:r>
          </a:p>
          <a:p>
            <a:pPr>
              <a:defRPr sz="1600"/>
            </a:pPr>
            <a:r>
              <a:t>  • User.ReadWrite.All</a:t>
            </a:r>
          </a:p>
          <a:p>
            <a:pPr>
              <a:defRPr sz="1600"/>
            </a:pPr>
            <a:r>
              <a:t>  • AppRoleAssignment.ReadWrite.All</a:t>
            </a:r>
          </a:p>
          <a:p>
            <a:pPr>
              <a:defRPr sz="1600"/>
            </a:pPr>
            <a:r>
              <a:t>  • Mail.ReadWrite</a:t>
            </a:r>
          </a:p>
          <a:p>
            <a:pPr>
              <a:defRPr sz="1600"/>
            </a:pPr>
            <a:r>
              <a:t>  • Mail.Send (critical for email)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Environment variables:</a:t>
            </a:r>
          </a:p>
          <a:p>
            <a:pPr>
              <a:defRPr sz="1600"/>
            </a:pPr>
            <a:r>
              <a:t>  • KW_TENANT_ID, KW_APP_ID, KW_CLIENT_SECRET</a:t>
            </a:r>
          </a:p>
          <a:p>
            <a:pPr>
              <a:defRPr sz="1600"/>
            </a:pPr>
            <a:r>
              <a:t>  • ANTHROPIC_API_KEY (optional)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Deploy 5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export KW_TENANT_ID="your-tenant-id"</a:t>
            </a:r>
          </a:p>
          <a:p>
            <a:r>
              <a:t>export KW_APP_ID="your-app-id"</a:t>
            </a:r>
          </a:p>
          <a:p>
            <a:r>
              <a:t>export KW_CLIENT_SECRET="your-secret"</a:t>
            </a:r>
          </a:p>
          <a:p>
            <a:r>
              <a:t>export ANTHROPIC_API_KEY="your-key"</a:t>
            </a:r>
          </a:p>
          <a:p/>
          <a:p>
            <a:r>
              <a:t>python scripts/deploy_5_workers_now.py</a:t>
            </a:r>
          </a:p>
          <a:p/>
          <a:p>
            <a:r>
              <a:t># Output:</a:t>
            </a:r>
          </a:p>
          <a:p>
            <a:r>
              <a:t>✅ Deployment created: kw-250569d9</a:t>
            </a:r>
          </a:p>
          <a:p>
            <a:r>
              <a:t>✅ 5 workers created</a:t>
            </a:r>
          </a:p>
          <a:p>
            <a:r>
              <a:t>✅ Phase: executing, Status: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Command: list-workers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haymaker kw list-workers --run-id kw-250569d9</a:t>
            </a:r>
          </a:p>
          <a:p/>
          <a:p>
            <a:r>
              <a:t># Shows all workers in rich table:</a:t>
            </a:r>
          </a:p>
          <a:p>
            <a:r>
              <a:t>Total: 5 workers</a:t>
            </a:r>
          </a:p>
          <a:p>
            <a:r>
              <a:t>- kw-kw-25056-engi-000 (Engineering)</a:t>
            </a:r>
          </a:p>
          <a:p>
            <a:r>
              <a:t>- kw-kw-25056-engi-001 (Engineering)</a:t>
            </a:r>
          </a:p>
          <a:p>
            <a:r>
              <a:t>- kw-kw-25056-engi-002 (Engineering)</a:t>
            </a:r>
          </a:p>
          <a:p>
            <a:r>
              <a:t>- kw-kw-25056-sale-000 (Sales)</a:t>
            </a:r>
          </a:p>
          <a:p>
            <a:r>
              <a:t>- kw-kw-25056-sale-001 (Sales)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Command: list-resources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haymaker kw list-resources --run-id kw-250569d9</a:t>
            </a:r>
          </a:p>
          <a:p/>
          <a:p>
            <a:r>
              <a:t># Shows Entra users, security groups, endpoints:</a:t>
            </a:r>
          </a:p>
          <a:p>
            <a:r>
              <a:t>Entra Users: 5</a:t>
            </a:r>
          </a:p>
          <a:p>
            <a:r>
              <a:t>Security Groups: 1</a:t>
            </a:r>
          </a:p>
          <a:p>
            <a:r>
              <a:t>Endpoints: 5 (all cli_container, all running)</a:t>
            </a:r>
          </a:p>
          <a:p/>
          <a:p>
            <a:r>
              <a:t>Security Group:</a:t>
            </a:r>
          </a:p>
          <a:p>
            <a:r>
              <a:t>  Name: KW Workers - kw-5-test-20251212-0209</a:t>
            </a:r>
          </a:p>
          <a:p>
            <a:r>
              <a:t>  ID: kw-250569d9-workers-group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Deploy 25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# Create config file</a:t>
            </a:r>
          </a:p>
          <a:p>
            <a:r>
              <a:t>cat &gt; kw-25-test.yaml &lt;&lt;EOF</a:t>
            </a:r>
          </a:p>
          <a:p>
            <a:r>
              <a:t>name: "kw-25-deployment"</a:t>
            </a:r>
          </a:p>
          <a:p>
            <a:r>
              <a:t>total_workers: 25</a:t>
            </a:r>
          </a:p>
          <a:p>
            <a:r>
              <a:t>departments:</a:t>
            </a:r>
          </a:p>
          <a:p>
            <a:r>
              <a:t>  engineering: {count: 5, endpoint_type: "windows_vm"}</a:t>
            </a:r>
          </a:p>
          <a:p>
            <a:r>
              <a:t>  sales: {count: 15, endpoint_type: "cli_container"}</a:t>
            </a:r>
          </a:p>
          <a:p>
            <a:r>
              <a:t>  executive: {count: 5, endpoint_type: "cli_container"}</a:t>
            </a:r>
          </a:p>
          <a:p>
            <a:r>
              <a:t>email_generation:</a:t>
            </a:r>
          </a:p>
          <a:p>
            <a:r>
              <a:t>  enabled: true</a:t>
            </a:r>
          </a:p>
          <a:p>
            <a:r>
              <a:t>  directive: "Include limerick about AI"</a:t>
            </a:r>
          </a:p>
          <a:p>
            <a:r>
              <a:t>EOF</a:t>
            </a:r>
          </a:p>
          <a:p/>
          <a:p>
            <a:r>
              <a:t>haymaker kw deploy --config-file kw-25-test.yaml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25-Worker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haymaker kw list-workers --run-id kw-6b5f0d4f</a:t>
            </a:r>
          </a:p>
          <a:p/>
          <a:p>
            <a:r>
              <a:t>Total: 25 workers</a:t>
            </a:r>
          </a:p>
          <a:p>
            <a:r>
              <a:t>- Engineering: 5 workers</a:t>
            </a:r>
          </a:p>
          <a:p>
            <a:r>
              <a:t>- Sales: 15 workers</a:t>
            </a:r>
          </a:p>
          <a:p>
            <a:r>
              <a:t>- Executive: 5 workers</a:t>
            </a:r>
          </a:p>
          <a:p/>
          <a:p>
            <a:r>
              <a:t>haymaker kw list-resources --run-id kw-6b5f0d4f</a:t>
            </a:r>
          </a:p>
          <a:p/>
          <a:p>
            <a:r>
              <a:t>25 users, 1 security group, 25 endpoints (all running)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Email sent: kw-8c189-engi-000 → kw-8c189-engi-001</a:t>
            </a:r>
          </a:p>
          <a:p>
            <a:pPr>
              <a:defRPr sz="1600"/>
            </a:pPr>
            <a:r>
              <a:t>✅ Email received in inbox</a:t>
            </a:r>
          </a:p>
          <a:p>
            <a:pPr>
              <a:defRPr sz="1600"/>
            </a:pPr>
            <a:r>
              <a:t>✅ Limerick confirmed: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"There once was an AI so bright,</a:t>
            </a:r>
          </a:p>
          <a:p>
            <a:pPr>
              <a:defRPr sz="1600"/>
            </a:pPr>
            <a:r>
              <a:t>Who coded through day and through night,</a:t>
            </a:r>
          </a:p>
          <a:p>
            <a:pPr>
              <a:defRPr sz="1600"/>
            </a:pPr>
            <a:r>
              <a:t>With electrons that flow,</a:t>
            </a:r>
          </a:p>
          <a:p>
            <a:pPr>
              <a:defRPr sz="1600"/>
            </a:pPr>
            <a:r>
              <a:t>Making software just so,</a:t>
            </a:r>
          </a:p>
          <a:p>
            <a:pPr>
              <a:defRPr sz="1600"/>
            </a:pPr>
            <a:r>
              <a:t>The future of work shining bright!"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✅ Email markers in subject: [TEST-RUN:...]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5-Worker (kw-250569d9): 5/5 workers</a:t>
            </a:r>
          </a:p>
          <a:p>
            <a:pPr>
              <a:defRPr sz="1600"/>
            </a:pPr>
            <a:r>
              <a:t>25-Worker (kw-6b5f0d4f): 25/25 workers</a:t>
            </a:r>
          </a:p>
          <a:p>
            <a:pPr>
              <a:defRPr sz="1600"/>
            </a:pPr>
            <a:r>
              <a:t>Debug (kw-8c189): 5/5 workers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Total: 35 workers deployed</a:t>
            </a:r>
          </a:p>
          <a:p>
            <a:pPr>
              <a:defRPr sz="1600"/>
            </a:pPr>
            <a:r>
              <a:t>Email flow: Validated with limericks</a:t>
            </a:r>
          </a:p>
          <a:p>
            <a:pPr>
              <a:defRPr sz="1600"/>
            </a:pPr>
            <a:r>
              <a:t>Infrastructure: Production-ready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haymaker kw list-workers --run-id {ID}</a:t>
            </a:r>
          </a:p>
          <a:p>
            <a:pPr>
              <a:defRPr sz="1600"/>
            </a:pPr>
            <a:r>
              <a:t>haymaker kw check-telemetry --run-id {ID}</a:t>
            </a:r>
          </a:p>
          <a:p>
            <a:pPr>
              <a:defRPr sz="1600"/>
            </a:pPr>
            <a:r>
              <a:t>haymaker kw list-resources --run-id {ID}</a:t>
            </a:r>
          </a:p>
          <a:p>
            <a:pPr>
              <a:defRPr sz="1600"/>
            </a:pPr>
            <a:r>
              <a:t>haymaker kw monitor --run-id {ID}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All commands show live deployment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Graph SDK bug fixed (PR #171)</a:t>
            </a:r>
          </a:p>
          <a:p>
            <a:pPr>
              <a:defRPr sz="1600"/>
            </a:pPr>
            <a:r>
              <a:t>✅ Mail.Send auto-grant implemented</a:t>
            </a:r>
          </a:p>
          <a:p>
            <a:pPr>
              <a:defRPr sz="1600"/>
            </a:pPr>
            <a:r>
              <a:t>✅ 35 workers deployed successfully</a:t>
            </a:r>
          </a:p>
          <a:p>
            <a:pPr>
              <a:defRPr sz="1600"/>
            </a:pPr>
            <a:r>
              <a:t>✅ Email sending/receiving validated</a:t>
            </a:r>
          </a:p>
          <a:p>
            <a:pPr>
              <a:defRPr sz="1600"/>
            </a:pPr>
            <a:r>
              <a:t>✅ Limericks confirmed in emails</a:t>
            </a:r>
          </a:p>
          <a:p>
            <a:pPr>
              <a:defRPr sz="1600"/>
            </a:pPr>
            <a:r>
              <a:t>✅ Complete automation proven</a:t>
            </a:r>
          </a:p>
          <a:p>
            <a:pPr>
              <a:defRPr sz="1600"/>
            </a:pPr>
            <a:r>
              <a:t>✅ Zero manual steps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