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yan/src/AzureHayMaker/presentation-assets/images/haystack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43200"/>
            <a:ext cx="9144000" cy="2286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HayMaker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Cloud Security Testing with AI Agents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Deployment, and Demo • November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Azure HayMaker?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Azure services with unique security models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testing doesn't scale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drift goes undetected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validation is time-consuming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checklists (slow, inconsistent)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security scanners (limited scope)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tests (expensive, infrequent)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audits (point-in-time only)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HayMaker: Autonomous Security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50+ distinct Azure operational scenarios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agents (Claude Sonnet 4.5) for autonomous execution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continuously (4x daily across global regions)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Self-provisioning, self-contained, self-cleaning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benign security telemetry for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Goal-seeking agents that troubleshoot their own issues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lifecycle automation (deploy → operate → cleanup)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intervention required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3200" dirty="0"/>
          </a:p>
        </p:txBody>
      </p:sp>
      <p:pic>
        <p:nvPicPr>
          <p:cNvPr id="4" name="Image 0" descr="/Users/ryan/src/AzureHayMaker/presentation-assets/diagrams/01-high-level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Layer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Durable Functions (Python)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scheduling, provisioning, monitoring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Execution Layer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Apps with Claude Sonnet 4.5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64GB RAM, 2 CPU per agent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Storage Layer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 (real-time streaming)</a:t>
            </a:r>
            <a:endParaRPr lang="en-US" sz="1400" dirty="0"/>
          </a:p>
          <a:p>
            <a:pPr lvl="1" marL="6858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DB (historical logs, 7-day TTL)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Durable Functions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Long-running workflows, checkpointing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Apps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Isolation, managed, secure secrets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Goal-seeking, troubleshooting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Bus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Bus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delivery, DLQ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Cosmos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queries, TTL, partitioning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Vault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RBAC, audit logs, rotation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Azure-native, readable, modular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OIDC, matrix builds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SP: Orchestrator with Contributor + User Access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SPs: Ephemeral, created per-agent, deleted after cleanup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secrets in Azure Key Vault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App uses Key Vault references (NOT direct values)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NEVER visible in Azure Portal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Compliance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Azure Activity logged (90 days)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access logged (2 years)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Timer Trigger (4x daily at 00:00, 06:00, 12:00, 18:00 UTC)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Validation (credentials, APIs, quotas)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Selection (random N scenarios based on simulation_size)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Provisioning (parallel)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service principals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Container Apps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Monitoring (8 hours)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Service Bus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logs to Cosmos DB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Cleanup Verification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Azure Resource Graph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Forced Cleanup (if needed)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Report Generation &amp; Archival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 daily execution ensures configurations stay compliant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Effort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automation from deployment to cleanup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cleanup prevents cost accumulation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Coverage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scenarios across all Azure service categories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Prerequisites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subscription with quota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Contributor 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Apps (Premium tier)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Apps (64GB instances)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Required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CLI (latest)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 CLI (latest)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 (optional)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Continuous Deployment</a:t>
            </a:r>
            <a:endParaRPr lang="en-US" sz="3200" dirty="0"/>
          </a:p>
        </p:txBody>
      </p:sp>
      <p:pic>
        <p:nvPicPr>
          <p:cNvPr id="4" name="Image 0" descr="/Users/ryan/src/AzureHayMaker/presentation-assets/diagrams/04-gitops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Validate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 template validation, syntax checks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Test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(276 tests), ruff, pyright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Deploy Infrastructure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RG, deploy Bicep, inject secrets, wait for RBAC (60s)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Deploy Function App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Python, deploy, configure, restart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Smoke Tests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Function responding, Key Vault access, Service Bus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~10-15 minutes per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(Bicep)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infra/bicep/</a:t>
            </a:r>
            <a:pPr lvl="1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main.bicep (Orchestrates all modules)</a:t>
            </a:r>
            <a:pPr lvl="1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parameters/ (dev, staging, prod)</a:t>
            </a:r>
            <a:pPr lvl="1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pPr lvl="2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function-app.bicep</a:t>
            </a:r>
            <a:pPr lvl="2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keyvault.bicep</a:t>
            </a:r>
            <a:pPr lvl="2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servicebus.bicep</a:t>
            </a:r>
            <a:pPr lvl="2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cosmosdb.bicep</a:t>
            </a:r>
            <a:pPr lvl="2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monitoring.bicep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 Idempotent, Parameterized, Optional resources for dev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Differences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(EP1)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(EP2)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Simulation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scenarios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scenarios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scenarios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startup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2x daily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 daily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Cosmos DB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Cost/Month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$50-100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$200-400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$800-1200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Management - THE FIX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(Insecure)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solidFill>
            <a:srgbClr val="FFE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functionapp config appsettings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--settings ANTHROPIC_API_KEY="sk-ant-..."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EXPOSED in Azure Portal!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(Secure)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114800" cy="1828800"/>
          </a:xfrm>
          <a:prstGeom prst="rect">
            <a:avLst/>
          </a:prstGeom>
          <a:solidFill>
            <a:srgbClr val="E6FF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Inject to Key Vault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keyvault secret set --vault-name $KV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anthropic-api-key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--value "$ANTHROPIC_API_KEY"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Function App references KV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@Microsoft.KeyVault(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VaultName=...; SecretName=...)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NEVER visible in Portal!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NEVER visible in Portal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across ALL environments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rotation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in Key Vault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RBAC-controlled access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Fork repository and clone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Create service principal with Contributor role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ad sp create-for-rbac --name AzureHayMaker-Main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Configure GitHub OIDC federated credentials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scripts/setup-oidc.sh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GitHub Secrets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AZURE_TENANT_ID, AZURE_CLIENT_ID, ANTHROPIC_API_KEY, etc.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Push to develop branch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automatically deploys to dev environment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Verify deployment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haymaker status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Deployment Issues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Bicep validation fails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az deployment group validate locally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 access denied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60s for propagation, retry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Registry unavailable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Basic tier or skip for dev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Cosmos DB region 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region or use Table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Vault access denied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RBAC assignments and firewall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App won't 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Key Vault references correct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the CLI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uv package manager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https://astral.sh/uv/install.sh | 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https://github.com/your-org/AzureHayMaker.git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AzureHayMaker/cli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CLI and dependencies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installation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--help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Requirements: Python 3.11+, Network access to Function App API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the CLI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Function App 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config set endpoint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https://haymaker-dev-func.azurewebsites.net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configuration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config 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connection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status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Orchestrator: Running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Last execution: 2025-11-17 12:00 UTC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Next scheduled: 2025-11-17 18:00 UTC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Active agents: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Pending cleanup: 0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Orchestrator Status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status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Azure HayMaker Status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Orchestrator Status:   ✓ Running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Current Run ID:        run-2025-11-17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Execution Started:     12:00:00 UTC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Time Remaining:        3h 25m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Active Agents:         5 running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Completed Agents:      0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Resources Created:     127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Next Scheduled Run:    18:00:00 UTC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└─────────────────────────────────────────┘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Agent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agents list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┌─────────────┬──────────────┬─────────┬──────────┐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 ID    │ Scenario     │ Status  │ Duration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├─────────────┼──────────────┼─────────┼──────────┤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agent-abc   │ compute-01   │ Running │ 3h 20m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agent-def   │ storage-01   │ Running │ 3h 18m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agent-ghi   │ network-01   │ Running │ 3h 15m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agent-jkl   │ ai-ml-01     │ Running │ 3h 13m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agent-mno   │ database-01  │ Running │ 3h 10m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└─────────────┴──────────────┴─────────┴──────────┘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details for specific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agents get agent-abc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Agent Logs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Tail last 50 log entries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logs --agent-id agent-abc --tail 50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Agent Logs: agent-abc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├───────────┬────────┬─────────────────────────┤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Timestamp │ Level  │ Message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├───────────┼────────┼─────────────────────────┤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12:05:23  │ INFO   │ Starting scenario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12:05:45  │ INFO   │ Resource group created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12:06:12  │ INFO   │ Virtual network created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12:07:01  │ INFO   │ VM deployed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12:08:45  │ INFO   │ Web server accessible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15:25:34  │ INFO   │ Initiating cleanup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15:26:01  │ INFO   │ Cleanup completed ✓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└───────────┴────────┴─────────────────────────┘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Logs in Real-Time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Follow logs in real-time (like tail -f)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logs --agent-id agent-abc --follow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Following logs for agent-abc (Ctrl+C to exit)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12:05:23 INFO     Starting scenario: compute-01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12:05:45 INFO     Resource group created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12:06:12 INFO     Virtual network created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12:06:34 INFO     NSG configured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12:07:01 INFO     Virtual machine deployed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12:07:23 WARNING  Public IP exposed (expected)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12:08:45 INFO     Web server accessible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12:09:12 INFO     Security validation: PASSED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logs continue streaming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Default poll interval: 5 seconds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Displays logs immediately as they arrive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Perfect for debugging live executions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Deployed Resources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resources by scenario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resources list --scenario compute-01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┌─────────────────┬───────────────┬────────┐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Resource Type   │ Resource Name │ Status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├─────────────────┼───────────────┼────────┤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Resource Group  │ rg-agent-abc  │ Active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Virtual Network │ vnet-web      │ Active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NSG             │ nsg-web       │ Active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Public IP       │ pip-web       │ Active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Virtual Machine │ vm-web-server │ Running│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└─────────────────┴───────────────┴────────┘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resources across ALL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resources list --all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Scenarios On-Demand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specific scenario immediately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deploy --scenario compute-01-linux-vm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Step 1: Creating service principal...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Service principal created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Step 2: Assigning roles...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Waiting 60s for RBAC propagation...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Roles assigned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Step 3: Deploying container app...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Container app deployed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Step 4: Starting agent execution...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Agent started successfully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ID: agent-abc123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compute-01-linux-vm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Running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Linux VM Web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compute-01-linux-vm-web-server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Deploy (5-7 minutes)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resource group, VNet, NSG, Ubuntu VM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public IP, install Nginx web server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Operate (8 hours)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HTTP traffic, generate logs, health checks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Cleanup (2-3 minutes)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VM, delete all resources, verify cleanup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the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deploy --scenario compute-01 --wait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Deploying scenario: compute-01-linux-vm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Creating service principal...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SP created: AzureHayMaker-compute-01-admin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Assigning roles (Contributor + User Access)...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Waiting 60s for RBAC propagation...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Roles assigned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Deploying container app...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Container deployed: ca-agent-abc123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 64GB RAM, 2 CPU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haymaker.azurecr.io/agent:latest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Starting agent execution...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Agent started successfully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the Agent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logs --agent-id agent-abc123 --follow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15:30:45 INFO  Starting scenario: compute-01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15:30:45 INFO  Phase 1: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15:31:12 INFO  Creating resource group: rg-agent-abc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15:31:34 INFO  ✓ Resource group 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15:32:01 INFO  Deploying virtual network (10.0.0.0/16)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15:32:23 INFO  ✓ VNet created with subnet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15:32:45 INFO  Configuring NSG: Allow HTTP, SSH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15:33:01 INFO  ✓ NSG configured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15:34:12 INFO  Deploying VM: Standard_D2s_v3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15:36:45 INFO  ✓ VM deployed (2m 33s)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15:37:01 INFO  Assigning public IP: 40.112.45.67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15:37:45 INFO  Installing Nginx via cloud-init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15:38:23 INFO  ✓ Nginx started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15:38:45 INFO  Testing web server...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15:38:47 INFO  ✓ HTTP 200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15:38:50 INFO  Phase 2: Operations (8 hours)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in Azure Portal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Portal View: Resource Group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Resources Created:</a:t>
            </a:r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Resource Group: rg-agent-abc123-westus2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Virtual Network: vnet-web (10.0.0.0/16)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Network Security Group: nsg-web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Allow HTTP (80) from Internet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Allow SSH (22) from home 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 IP Address: pip-web (40.112.45.67)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Virtual Machine: vm-web-server (Running)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resources tagged: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AzureHayMaker-managed: true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compute-01-linux-vm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 agent-abc123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Cleanup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haymaker agents get agent-abc123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ID: agent-abc123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compute-01-linux-vm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Completed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Started: 2025-11-17 15:30:45 UTC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Ended: 2025-11-17 15:46:19 UTC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 15m 34s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Created: 5 resources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Cleaned: 5 resources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Cleanup Status: ✓ Verified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 Cleanup Report: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Cleanup Verification Report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Expected Deletions:  5 resources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Actual Deletions:    5 resources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Forced Deletions:    0 resources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Service Principal:   ✓ Deleted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Cleanup Status:      ✓ VERIFIED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Autonomous Security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scenarios, self-provisioning, zero manual intervention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Production-Ready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Functions, Container Apps, Key Vault, Cosmos DB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GitOps-Driven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Code, automated CI/CD, consistent secrets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Real-Time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for management, streaming logs, resource tracking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Cost-Effective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cleanup prevents cost accumulation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Resources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github.com/your-org/AzureHayMaker</a:t>
            </a:r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/docs directory (comprehensive)</a:t>
            </a:r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Guide: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specs/architecture.md</a:t>
            </a:r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Guide: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docs/GITOPS_SETUP.md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welcome!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demos,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specific scenarios.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HayMaker - Autonomous Cloud Security Testing</dc:title>
  <dc:subject>Architecture, Deployment, and Demo</dc:subject>
  <dc:creator>Azure HayMaker Team</dc:creator>
  <cp:lastModifiedBy>Azure HayMaker Team</cp:lastModifiedBy>
  <cp:revision>1</cp:revision>
  <dcterms:created xsi:type="dcterms:W3CDTF">2025-11-18T06:01:47Z</dcterms:created>
  <dcterms:modified xsi:type="dcterms:W3CDTF">2025-11-18T06:01:47Z</dcterms:modified>
</cp:coreProperties>
</file>